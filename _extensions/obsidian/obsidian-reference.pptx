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showSpecialPlsOnTitleSld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</a:t>
            </a:r>
            <a:r>
              <a:rPr lang="en-US" baseline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Commercial in Confidence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Commercial in Confidence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Commercial in Confidence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Commercial in Confidence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Commercial in Confidence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Commercial in Confidence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Commercial in Confidence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Commercial in Confidence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Commercial in Confidence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Commercial in Confidence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Commercial in Confidence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hf dt="1" ftr="1" sldNum="1"/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Hello</a:t>
            </a:r>
            <a:r>
              <a:rPr lang="en-US"/>
              <a:t>, world.</a:t>
            </a:r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Two-Content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Some content on </a:t>
            </a:r>
            <a:r>
              <a:rPr lang="en-US"/>
              <a:t>the left.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Some content on the right.</a:t>
            </a:r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121212"/>
      </a:dk1>
      <a:lt1>
        <a:sysClr val="window" lastClr="FFFFFF"/>
      </a:lt1>
      <a:dk2>
        <a:srgbClr val="484949"/>
      </a:dk2>
      <a:lt2>
        <a:srgbClr val="F3F3F3"/>
      </a:lt2>
      <a:accent1>
        <a:srgbClr val="121212"/>
      </a:accent1>
      <a:accent2>
        <a:srgbClr val="484949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Montserra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ontserra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Jesse Rosenthal</cp:lastModifiedBy>
  <cp:revision>5</cp:revision>
  <dcterms:created xsi:type="dcterms:W3CDTF">2017-06-05T14:10:58Z</dcterms:created>
  <dcterms:modified xsi:type="dcterms:W3CDTF">2022-01-02T22:49:03Z</dcterms:modified>
</cp:coreProperties>
</file>